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32399288" cy="43200638"/>
  <p:notesSz cx="42803763" cy="302752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5" d="100"/>
          <a:sy n="25" d="100"/>
        </p:scale>
        <p:origin x="21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74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45855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1pPr>
    <a:lvl2pPr marL="472928" algn="l" defTabSz="945855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2pPr>
    <a:lvl3pPr marL="945855" algn="l" defTabSz="945855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3pPr>
    <a:lvl4pPr marL="1418783" algn="l" defTabSz="945855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4pPr>
    <a:lvl5pPr marL="1891711" algn="l" defTabSz="945855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5pPr>
    <a:lvl6pPr marL="2364638" algn="l" defTabSz="945855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6pPr>
    <a:lvl7pPr marL="2837566" algn="l" defTabSz="945855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7pPr>
    <a:lvl8pPr marL="3310494" algn="l" defTabSz="945855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8pPr>
    <a:lvl9pPr marL="3783421" algn="l" defTabSz="945855" rtl="0" eaLnBrk="1" latinLnBrk="1" hangingPunct="1">
      <a:defRPr sz="124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8504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43842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4922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4664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3659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5598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1063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041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6852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948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9029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989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766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3239902" rtl="0" eaLnBrk="1" latinLnBrk="1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1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1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1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그룹 68">
            <a:extLst>
              <a:ext uri="{FF2B5EF4-FFF2-40B4-BE49-F238E27FC236}">
                <a16:creationId xmlns:a16="http://schemas.microsoft.com/office/drawing/2014/main" id="{D50BD66B-E054-EE60-D320-BD928922E40F}"/>
              </a:ext>
            </a:extLst>
          </p:cNvPr>
          <p:cNvGrpSpPr/>
          <p:nvPr/>
        </p:nvGrpSpPr>
        <p:grpSpPr>
          <a:xfrm>
            <a:off x="0" y="-281522"/>
            <a:ext cx="32399288" cy="7654059"/>
            <a:chOff x="0" y="0"/>
            <a:chExt cx="30276000" cy="7669920"/>
          </a:xfrm>
        </p:grpSpPr>
        <p:sp>
          <p:nvSpPr>
            <p:cNvPr id="2" name="Shape 0"/>
            <p:cNvSpPr/>
            <p:nvPr/>
          </p:nvSpPr>
          <p:spPr>
            <a:xfrm>
              <a:off x="0" y="0"/>
              <a:ext cx="30276000" cy="7669920"/>
            </a:xfrm>
            <a:custGeom>
              <a:avLst/>
              <a:gdLst/>
              <a:ahLst/>
              <a:cxnLst/>
              <a:rect l="l" t="t" r="r" b="b"/>
              <a:pathLst>
                <a:path w="30276000" h="8426820">
                  <a:moveTo>
                    <a:pt x="0" y="0"/>
                  </a:moveTo>
                  <a:lnTo>
                    <a:pt x="30276000" y="0"/>
                  </a:lnTo>
                  <a:lnTo>
                    <a:pt x="30276000" y="7266240"/>
                  </a:lnTo>
                  <a:lnTo>
                    <a:pt x="0" y="8426820"/>
                  </a:lnTo>
                  <a:close/>
                </a:path>
              </a:pathLst>
            </a:custGeom>
            <a:solidFill>
              <a:srgbClr val="DDD421"/>
            </a:solidFill>
            <a:ln w="12700">
              <a:solidFill>
                <a:srgbClr val="DDD421"/>
              </a:solidFill>
              <a:prstDash val="solid"/>
            </a:ln>
          </p:spPr>
          <p:txBody>
            <a:bodyPr/>
            <a:lstStyle/>
            <a:p>
              <a:endParaRPr lang="ko-KR" altLang="en-US" sz="1879"/>
            </a:p>
          </p:txBody>
        </p:sp>
        <p:sp>
          <p:nvSpPr>
            <p:cNvPr id="3" name="Shape 1"/>
            <p:cNvSpPr/>
            <p:nvPr/>
          </p:nvSpPr>
          <p:spPr>
            <a:xfrm>
              <a:off x="0" y="0"/>
              <a:ext cx="30276000" cy="7348426"/>
            </a:xfrm>
            <a:custGeom>
              <a:avLst/>
              <a:gdLst/>
              <a:ahLst/>
              <a:cxnLst/>
              <a:rect l="l" t="t" r="r" b="b"/>
              <a:pathLst>
                <a:path w="30276000" h="8073600">
                  <a:moveTo>
                    <a:pt x="0" y="0"/>
                  </a:moveTo>
                  <a:lnTo>
                    <a:pt x="30276000" y="0"/>
                  </a:lnTo>
                  <a:lnTo>
                    <a:pt x="30276000" y="6913020"/>
                  </a:lnTo>
                  <a:lnTo>
                    <a:pt x="0" y="8073600"/>
                  </a:lnTo>
                  <a:close/>
                </a:path>
              </a:pathLst>
            </a:custGeom>
            <a:solidFill>
              <a:srgbClr val="004D42"/>
            </a:solidFill>
            <a:ln w="12700">
              <a:solidFill>
                <a:srgbClr val="004D42"/>
              </a:solidFill>
              <a:prstDash val="solid"/>
            </a:ln>
          </p:spPr>
          <p:txBody>
            <a:bodyPr/>
            <a:lstStyle/>
            <a:p>
              <a:endParaRPr lang="ko-KR" altLang="en-US" sz="1879"/>
            </a:p>
          </p:txBody>
        </p:sp>
        <p:sp>
          <p:nvSpPr>
            <p:cNvPr id="4" name="Shape 2"/>
            <p:cNvSpPr/>
            <p:nvPr/>
          </p:nvSpPr>
          <p:spPr>
            <a:xfrm>
              <a:off x="16386885" y="0"/>
              <a:ext cx="6035016" cy="6776627"/>
            </a:xfrm>
            <a:custGeom>
              <a:avLst/>
              <a:gdLst/>
              <a:ahLst/>
              <a:cxnLst/>
              <a:rect l="l" t="t" r="r" b="b"/>
              <a:pathLst>
                <a:path w="6035016" h="7445373">
                  <a:moveTo>
                    <a:pt x="3007416" y="0"/>
                  </a:moveTo>
                  <a:lnTo>
                    <a:pt x="6035016" y="0"/>
                  </a:lnTo>
                  <a:lnTo>
                    <a:pt x="3075537" y="7326792"/>
                  </a:lnTo>
                  <a:lnTo>
                    <a:pt x="0" y="7445373"/>
                  </a:lnTo>
                  <a:close/>
                </a:path>
              </a:pathLst>
            </a:custGeom>
            <a:solidFill>
              <a:srgbClr val="006A5B"/>
            </a:solidFill>
            <a:ln w="12700">
              <a:solidFill>
                <a:srgbClr val="006A5B"/>
              </a:solidFill>
              <a:prstDash val="solid"/>
            </a:ln>
          </p:spPr>
          <p:txBody>
            <a:bodyPr/>
            <a:lstStyle/>
            <a:p>
              <a:endParaRPr lang="ko-KR" altLang="en-US" sz="1879"/>
            </a:p>
          </p:txBody>
        </p:sp>
        <p:sp>
          <p:nvSpPr>
            <p:cNvPr id="5" name="Shape 3"/>
            <p:cNvSpPr/>
            <p:nvPr/>
          </p:nvSpPr>
          <p:spPr>
            <a:xfrm>
              <a:off x="20229414" y="0"/>
              <a:ext cx="3857667" cy="6643437"/>
            </a:xfrm>
            <a:custGeom>
              <a:avLst/>
              <a:gdLst/>
              <a:ahLst/>
              <a:cxnLst/>
              <a:rect l="l" t="t" r="r" b="b"/>
              <a:pathLst>
                <a:path w="3857667" h="7299039">
                  <a:moveTo>
                    <a:pt x="2949387" y="0"/>
                  </a:moveTo>
                  <a:lnTo>
                    <a:pt x="3857667" y="0"/>
                  </a:lnTo>
                  <a:lnTo>
                    <a:pt x="923418" y="7263717"/>
                  </a:lnTo>
                  <a:lnTo>
                    <a:pt x="0" y="7299039"/>
                  </a:lnTo>
                  <a:close/>
                </a:path>
              </a:pathLst>
            </a:custGeom>
            <a:solidFill>
              <a:srgbClr val="439142"/>
            </a:solidFill>
            <a:ln w="12700">
              <a:solidFill>
                <a:srgbClr val="439142"/>
              </a:solidFill>
              <a:prstDash val="solid"/>
            </a:ln>
          </p:spPr>
          <p:txBody>
            <a:bodyPr/>
            <a:lstStyle/>
            <a:p>
              <a:endParaRPr lang="ko-KR" altLang="en-US" sz="1879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AF9D1AE-894F-508F-05D0-74E565AF24AB}"/>
              </a:ext>
            </a:extLst>
          </p:cNvPr>
          <p:cNvGrpSpPr/>
          <p:nvPr/>
        </p:nvGrpSpPr>
        <p:grpSpPr>
          <a:xfrm>
            <a:off x="1483259" y="920634"/>
            <a:ext cx="5092786" cy="1201111"/>
            <a:chOff x="1412880" y="1059660"/>
            <a:chExt cx="5046000" cy="1190077"/>
          </a:xfrm>
        </p:grpSpPr>
        <p:sp>
          <p:nvSpPr>
            <p:cNvPr id="6" name="Shape 4"/>
            <p:cNvSpPr/>
            <p:nvPr/>
          </p:nvSpPr>
          <p:spPr>
            <a:xfrm>
              <a:off x="1412880" y="1059660"/>
              <a:ext cx="5046000" cy="1160580"/>
            </a:xfrm>
            <a:custGeom>
              <a:avLst/>
              <a:gdLst/>
              <a:ahLst/>
              <a:cxnLst/>
              <a:rect l="l" t="t" r="r" b="b"/>
              <a:pathLst>
                <a:path w="5046000" h="1160580">
                  <a:moveTo>
                    <a:pt x="0" y="0"/>
                  </a:moveTo>
                  <a:lnTo>
                    <a:pt x="5046000" y="0"/>
                  </a:lnTo>
                  <a:lnTo>
                    <a:pt x="4692780" y="1160580"/>
                  </a:lnTo>
                  <a:lnTo>
                    <a:pt x="0" y="1160580"/>
                  </a:lnTo>
                  <a:close/>
                </a:path>
              </a:pathLst>
            </a:custGeom>
            <a:solidFill>
              <a:srgbClr val="DDD421"/>
            </a:solidFill>
            <a:ln w="12700">
              <a:solidFill>
                <a:srgbClr val="DDD421"/>
              </a:solidFill>
              <a:prstDash val="solid"/>
            </a:ln>
          </p:spPr>
          <p:txBody>
            <a:bodyPr/>
            <a:lstStyle/>
            <a:p>
              <a:endParaRPr lang="ko-KR" altLang="en-US" sz="1879"/>
            </a:p>
          </p:txBody>
        </p:sp>
        <p:sp>
          <p:nvSpPr>
            <p:cNvPr id="7" name="Text 5"/>
            <p:cNvSpPr txBox="1"/>
            <p:nvPr/>
          </p:nvSpPr>
          <p:spPr>
            <a:xfrm>
              <a:off x="1967940" y="1089157"/>
              <a:ext cx="4289100" cy="1160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5450" b="1" dirty="0" err="1">
                  <a:solidFill>
                    <a:srgbClr val="004D42"/>
                  </a:solidFill>
                  <a:latin typeface="맑은 고딕" pitchFamily="34" charset="0"/>
                  <a:ea typeface="맑은 고딕" pitchFamily="34" charset="-122"/>
                </a:rPr>
                <a:t>팀명</a:t>
              </a:r>
              <a:endParaRPr lang="en-US" sz="5450" dirty="0"/>
            </a:p>
          </p:txBody>
        </p:sp>
      </p:grpSp>
      <p:sp>
        <p:nvSpPr>
          <p:cNvPr id="10" name="Text 7"/>
          <p:cNvSpPr txBox="1"/>
          <p:nvPr/>
        </p:nvSpPr>
        <p:spPr>
          <a:xfrm>
            <a:off x="1483259" y="2329387"/>
            <a:ext cx="27704758" cy="2444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112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작품명을 입력하세요</a:t>
            </a:r>
            <a:endParaRPr lang="en-US" sz="12112" dirty="0"/>
          </a:p>
        </p:txBody>
      </p:sp>
      <p:sp>
        <p:nvSpPr>
          <p:cNvPr id="11" name="Text 8"/>
          <p:cNvSpPr txBox="1"/>
          <p:nvPr/>
        </p:nvSpPr>
        <p:spPr>
          <a:xfrm>
            <a:off x="1483259" y="4655835"/>
            <a:ext cx="27704758" cy="1120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37" dirty="0" err="1">
                <a:solidFill>
                  <a:srgbClr val="A6D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지도교수</a:t>
            </a:r>
            <a:r>
              <a:rPr lang="en-US" sz="4037" dirty="0">
                <a:solidFill>
                  <a:srgbClr val="A6D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ko-KR" altLang="en-US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홍길동</a:t>
            </a:r>
            <a:r>
              <a:rPr lang="en-US" sz="4037" dirty="0">
                <a:solidFill>
                  <a:srgbClr val="A6D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</a:t>
            </a:r>
            <a:r>
              <a:rPr lang="en-US" sz="4037" dirty="0" err="1">
                <a:solidFill>
                  <a:srgbClr val="A6D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전공</a:t>
            </a:r>
            <a:r>
              <a:rPr lang="en-US" sz="4037" dirty="0">
                <a:solidFill>
                  <a:srgbClr val="A6D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0000</a:t>
            </a:r>
            <a:r>
              <a:rPr lang="ko-KR" altLang="en-US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</a:t>
            </a:r>
            <a:r>
              <a:rPr lang="en-US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</a:t>
            </a:r>
            <a:r>
              <a:rPr lang="en-US" sz="4037" dirty="0">
                <a:solidFill>
                  <a:srgbClr val="A6D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</a:t>
            </a:r>
            <a:r>
              <a:rPr lang="en-US" sz="4037" dirty="0" err="1">
                <a:solidFill>
                  <a:srgbClr val="A6D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r>
              <a:rPr lang="en-US" sz="4037" dirty="0">
                <a:solidFill>
                  <a:srgbClr val="A6DB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ko-KR" altLang="en-US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r>
              <a:rPr lang="en-US" altLang="ko-KR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en-US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ko-KR" altLang="en-US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r>
              <a:rPr lang="en-US" altLang="ko-KR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en-US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ko-KR" altLang="en-US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r>
              <a:rPr lang="en-US" altLang="ko-KR" sz="4845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4037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E8F7FD6-8001-6A9C-6A17-61EC874555DA}"/>
              </a:ext>
            </a:extLst>
          </p:cNvPr>
          <p:cNvGrpSpPr/>
          <p:nvPr/>
        </p:nvGrpSpPr>
        <p:grpSpPr>
          <a:xfrm>
            <a:off x="1318323" y="7943154"/>
            <a:ext cx="29685980" cy="5800493"/>
            <a:chOff x="1357052" y="7989892"/>
            <a:chExt cx="29685980" cy="5800493"/>
          </a:xfrm>
        </p:grpSpPr>
        <p:sp>
          <p:nvSpPr>
            <p:cNvPr id="12" name="Shape 9"/>
            <p:cNvSpPr/>
            <p:nvPr/>
          </p:nvSpPr>
          <p:spPr>
            <a:xfrm>
              <a:off x="1357052" y="7989892"/>
              <a:ext cx="29685980" cy="58004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5DDD2"/>
              </a:solidFill>
              <a:prstDash val="solid"/>
            </a:ln>
          </p:spPr>
          <p:txBody>
            <a:bodyPr/>
            <a:lstStyle/>
            <a:p>
              <a:endParaRPr lang="ko-KR" altLang="en-US" sz="1879"/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56A23DED-90F5-A61A-7875-22BE17D612EE}"/>
                </a:ext>
              </a:extLst>
            </p:cNvPr>
            <p:cNvGrpSpPr/>
            <p:nvPr/>
          </p:nvGrpSpPr>
          <p:grpSpPr>
            <a:xfrm>
              <a:off x="1357052" y="7992987"/>
              <a:ext cx="9082316" cy="1278483"/>
              <a:chOff x="1412880" y="8451179"/>
              <a:chExt cx="8775652" cy="1266738"/>
            </a:xfrm>
          </p:grpSpPr>
          <p:sp>
            <p:nvSpPr>
              <p:cNvPr id="13" name="Shape 10"/>
              <p:cNvSpPr/>
              <p:nvPr/>
            </p:nvSpPr>
            <p:spPr>
              <a:xfrm>
                <a:off x="1412880" y="8451179"/>
                <a:ext cx="8775652" cy="1266738"/>
              </a:xfrm>
              <a:custGeom>
                <a:avLst/>
                <a:gdLst/>
                <a:ahLst/>
                <a:cxnLst/>
                <a:rect l="l" t="t" r="r" b="b"/>
                <a:pathLst>
                  <a:path w="8073600" h="1059660">
                    <a:moveTo>
                      <a:pt x="0" y="0"/>
                    </a:moveTo>
                    <a:lnTo>
                      <a:pt x="8073600" y="0"/>
                    </a:lnTo>
                    <a:lnTo>
                      <a:pt x="7669920" y="1059660"/>
                    </a:lnTo>
                    <a:lnTo>
                      <a:pt x="0" y="1059660"/>
                    </a:lnTo>
                    <a:close/>
                  </a:path>
                </a:pathLst>
              </a:custGeom>
              <a:solidFill>
                <a:srgbClr val="00816F"/>
              </a:solidFill>
              <a:ln w="12700">
                <a:solidFill>
                  <a:srgbClr val="00816F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879"/>
              </a:p>
            </p:txBody>
          </p:sp>
          <p:sp>
            <p:nvSpPr>
              <p:cNvPr id="14" name="Text 11"/>
              <p:cNvSpPr txBox="1"/>
              <p:nvPr/>
            </p:nvSpPr>
            <p:spPr>
              <a:xfrm>
                <a:off x="1967939" y="8451179"/>
                <a:ext cx="7843239" cy="1266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4845" b="1" dirty="0">
                    <a:solidFill>
                      <a:srgbClr val="D3EFB9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작품 요약  </a:t>
                </a:r>
                <a:r>
                  <a:rPr lang="en-US" sz="3633" dirty="0">
                    <a:solidFill>
                      <a:srgbClr val="D3EFB9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  배경 및 목적</a:t>
                </a:r>
                <a:endParaRPr lang="en-US" sz="4845" dirty="0"/>
              </a:p>
            </p:txBody>
          </p:sp>
        </p:grpSp>
        <p:sp>
          <p:nvSpPr>
            <p:cNvPr id="15" name="Text 12"/>
            <p:cNvSpPr txBox="1"/>
            <p:nvPr/>
          </p:nvSpPr>
          <p:spPr>
            <a:xfrm>
              <a:off x="2066460" y="9750208"/>
              <a:ext cx="28267164" cy="35133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ko-KR" altLang="en-US" sz="5047" dirty="0"/>
                <a:t>작품요약</a:t>
              </a:r>
              <a:r>
                <a:rPr lang="en-US" altLang="ko-KR" sz="5047" dirty="0"/>
                <a:t>(</a:t>
              </a:r>
              <a:r>
                <a:rPr lang="ko-KR" altLang="en-US" sz="5047" dirty="0"/>
                <a:t>배경 및 목적</a:t>
              </a:r>
              <a:r>
                <a:rPr lang="en-US" altLang="ko-KR" sz="5047" dirty="0"/>
                <a:t>)</a:t>
              </a:r>
              <a:r>
                <a:rPr lang="ko-KR" altLang="en-US" sz="5047" dirty="0"/>
                <a:t>을 작성하세요</a:t>
              </a:r>
              <a:endParaRPr lang="en-US" sz="5047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06251DE-3932-51E4-484F-FDCF4C99DA6A}"/>
              </a:ext>
            </a:extLst>
          </p:cNvPr>
          <p:cNvGrpSpPr/>
          <p:nvPr/>
        </p:nvGrpSpPr>
        <p:grpSpPr>
          <a:xfrm>
            <a:off x="1318323" y="14293806"/>
            <a:ext cx="14542856" cy="8148459"/>
            <a:chOff x="1357052" y="14299662"/>
            <a:chExt cx="14542856" cy="8148459"/>
          </a:xfrm>
        </p:grpSpPr>
        <p:sp>
          <p:nvSpPr>
            <p:cNvPr id="16" name="Shape 13"/>
            <p:cNvSpPr/>
            <p:nvPr/>
          </p:nvSpPr>
          <p:spPr>
            <a:xfrm>
              <a:off x="1357052" y="14299663"/>
              <a:ext cx="14542856" cy="814845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5DDD2"/>
              </a:solidFill>
              <a:prstDash val="solid"/>
            </a:ln>
          </p:spPr>
          <p:txBody>
            <a:bodyPr/>
            <a:lstStyle/>
            <a:p>
              <a:endParaRPr lang="ko-KR" altLang="en-US" sz="1879"/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ACA1DE26-8FF5-AB55-D4CC-F510790876B9}"/>
                </a:ext>
              </a:extLst>
            </p:cNvPr>
            <p:cNvGrpSpPr/>
            <p:nvPr/>
          </p:nvGrpSpPr>
          <p:grpSpPr>
            <a:xfrm>
              <a:off x="1373955" y="14299662"/>
              <a:ext cx="7414376" cy="1293132"/>
              <a:chOff x="1412880" y="14168819"/>
              <a:chExt cx="6855978" cy="1281252"/>
            </a:xfrm>
          </p:grpSpPr>
          <p:sp>
            <p:nvSpPr>
              <p:cNvPr id="17" name="Shape 14"/>
              <p:cNvSpPr/>
              <p:nvPr/>
            </p:nvSpPr>
            <p:spPr>
              <a:xfrm>
                <a:off x="1412880" y="14168819"/>
                <a:ext cx="6855978" cy="1266738"/>
              </a:xfrm>
              <a:custGeom>
                <a:avLst/>
                <a:gdLst/>
                <a:ahLst/>
                <a:cxnLst/>
                <a:rect l="l" t="t" r="r" b="b"/>
                <a:pathLst>
                  <a:path w="6307500" h="1059660">
                    <a:moveTo>
                      <a:pt x="0" y="0"/>
                    </a:moveTo>
                    <a:lnTo>
                      <a:pt x="6307500" y="0"/>
                    </a:lnTo>
                    <a:lnTo>
                      <a:pt x="5903820" y="1059660"/>
                    </a:lnTo>
                    <a:lnTo>
                      <a:pt x="0" y="1059660"/>
                    </a:lnTo>
                    <a:close/>
                  </a:path>
                </a:pathLst>
              </a:custGeom>
              <a:solidFill>
                <a:srgbClr val="00816F"/>
              </a:solidFill>
              <a:ln w="12700">
                <a:solidFill>
                  <a:srgbClr val="00816F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879"/>
              </a:p>
            </p:txBody>
          </p:sp>
          <p:sp>
            <p:nvSpPr>
              <p:cNvPr id="18" name="Text 15"/>
              <p:cNvSpPr txBox="1"/>
              <p:nvPr/>
            </p:nvSpPr>
            <p:spPr>
              <a:xfrm>
                <a:off x="1967939" y="14183333"/>
                <a:ext cx="5923565" cy="1266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4845" b="1" dirty="0">
                    <a:solidFill>
                      <a:srgbClr val="D3EFB9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01  </a:t>
                </a:r>
                <a:r>
                  <a:rPr lang="en-US" sz="4845" b="1" dirty="0">
                    <a:solidFill>
                      <a:srgbClr val="FFFFFF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개념 및 설계</a:t>
                </a:r>
                <a:endParaRPr lang="en-US" sz="4845" dirty="0"/>
              </a:p>
            </p:txBody>
          </p:sp>
        </p:grpSp>
        <p:sp>
          <p:nvSpPr>
            <p:cNvPr id="19" name="Text 16"/>
            <p:cNvSpPr txBox="1"/>
            <p:nvPr/>
          </p:nvSpPr>
          <p:spPr>
            <a:xfrm>
              <a:off x="2011889" y="15994181"/>
              <a:ext cx="13233182" cy="60412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개념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을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개념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2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를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개념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3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을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개념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4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를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611FF31-E6A4-7D08-D3AB-18B089989F13}"/>
              </a:ext>
            </a:extLst>
          </p:cNvPr>
          <p:cNvGrpSpPr/>
          <p:nvPr/>
        </p:nvGrpSpPr>
        <p:grpSpPr>
          <a:xfrm>
            <a:off x="1318323" y="23025438"/>
            <a:ext cx="14542856" cy="8963305"/>
            <a:chOff x="1357052" y="23008327"/>
            <a:chExt cx="14542856" cy="8963305"/>
          </a:xfrm>
        </p:grpSpPr>
        <p:sp>
          <p:nvSpPr>
            <p:cNvPr id="32" name="Shape 29"/>
            <p:cNvSpPr/>
            <p:nvPr/>
          </p:nvSpPr>
          <p:spPr>
            <a:xfrm>
              <a:off x="1357052" y="23008328"/>
              <a:ext cx="14542856" cy="896330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5DDD2"/>
              </a:solidFill>
              <a:prstDash val="solid"/>
            </a:ln>
          </p:spPr>
          <p:txBody>
            <a:bodyPr/>
            <a:lstStyle/>
            <a:p>
              <a:endParaRPr lang="ko-KR" altLang="en-US" sz="1879"/>
            </a:p>
          </p:txBody>
        </p: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7B73E455-7AA5-A0DA-B397-B70F9E0997DD}"/>
                </a:ext>
              </a:extLst>
            </p:cNvPr>
            <p:cNvGrpSpPr/>
            <p:nvPr/>
          </p:nvGrpSpPr>
          <p:grpSpPr>
            <a:xfrm>
              <a:off x="1357052" y="23008327"/>
              <a:ext cx="6524652" cy="1308254"/>
              <a:chOff x="1412879" y="22797479"/>
              <a:chExt cx="6033261" cy="1296235"/>
            </a:xfrm>
          </p:grpSpPr>
          <p:sp>
            <p:nvSpPr>
              <p:cNvPr id="33" name="Shape 30"/>
              <p:cNvSpPr/>
              <p:nvPr/>
            </p:nvSpPr>
            <p:spPr>
              <a:xfrm>
                <a:off x="1412879" y="22797479"/>
                <a:ext cx="6033261" cy="1266738"/>
              </a:xfrm>
              <a:custGeom>
                <a:avLst/>
                <a:gdLst/>
                <a:ahLst/>
                <a:cxnLst/>
                <a:rect l="l" t="t" r="r" b="b"/>
                <a:pathLst>
                  <a:path w="5550600" h="1059660">
                    <a:moveTo>
                      <a:pt x="0" y="0"/>
                    </a:moveTo>
                    <a:lnTo>
                      <a:pt x="5550600" y="0"/>
                    </a:lnTo>
                    <a:lnTo>
                      <a:pt x="5146920" y="1059660"/>
                    </a:lnTo>
                    <a:lnTo>
                      <a:pt x="0" y="1059660"/>
                    </a:lnTo>
                    <a:close/>
                  </a:path>
                </a:pathLst>
              </a:custGeom>
              <a:solidFill>
                <a:srgbClr val="00816F"/>
              </a:solidFill>
              <a:ln w="12700">
                <a:solidFill>
                  <a:srgbClr val="00816F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879"/>
              </a:p>
            </p:txBody>
          </p:sp>
          <p:sp>
            <p:nvSpPr>
              <p:cNvPr id="34" name="Text 31"/>
              <p:cNvSpPr txBox="1"/>
              <p:nvPr/>
            </p:nvSpPr>
            <p:spPr>
              <a:xfrm>
                <a:off x="1967940" y="22826976"/>
                <a:ext cx="5100848" cy="1266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4845" b="1" dirty="0">
                    <a:solidFill>
                      <a:srgbClr val="D3EFB9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03  </a:t>
                </a:r>
                <a:r>
                  <a:rPr lang="en-US" sz="4845" b="1" dirty="0">
                    <a:solidFill>
                      <a:srgbClr val="FFFFFF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작품 특징</a:t>
                </a:r>
                <a:endParaRPr lang="en-US" sz="4845" dirty="0"/>
              </a:p>
            </p:txBody>
          </p:sp>
        </p:grpSp>
        <p:sp>
          <p:nvSpPr>
            <p:cNvPr id="35" name="Text 32"/>
            <p:cNvSpPr txBox="1"/>
            <p:nvPr/>
          </p:nvSpPr>
          <p:spPr>
            <a:xfrm>
              <a:off x="2011889" y="24717317"/>
              <a:ext cx="13233182" cy="68065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특징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을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특징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2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를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특징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3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을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특징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4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를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특징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5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를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DAD7189-EC3E-C848-46D9-07ED45045E14}"/>
              </a:ext>
            </a:extLst>
          </p:cNvPr>
          <p:cNvGrpSpPr/>
          <p:nvPr/>
        </p:nvGrpSpPr>
        <p:grpSpPr>
          <a:xfrm>
            <a:off x="16440800" y="23025438"/>
            <a:ext cx="14542856" cy="8963305"/>
            <a:chOff x="16495567" y="23008327"/>
            <a:chExt cx="14542856" cy="8963305"/>
          </a:xfrm>
        </p:grpSpPr>
        <p:sp>
          <p:nvSpPr>
            <p:cNvPr id="36" name="Shape 33"/>
            <p:cNvSpPr/>
            <p:nvPr/>
          </p:nvSpPr>
          <p:spPr>
            <a:xfrm>
              <a:off x="16495567" y="23008328"/>
              <a:ext cx="14542856" cy="896330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5DDD2"/>
              </a:solidFill>
              <a:prstDash val="solid"/>
            </a:ln>
          </p:spPr>
          <p:txBody>
            <a:bodyPr/>
            <a:lstStyle/>
            <a:p>
              <a:endParaRPr lang="ko-KR" altLang="en-US" sz="1879"/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4B09D27F-0C1F-6345-A83E-7D4A24B9E140}"/>
                </a:ext>
              </a:extLst>
            </p:cNvPr>
            <p:cNvGrpSpPr/>
            <p:nvPr/>
          </p:nvGrpSpPr>
          <p:grpSpPr>
            <a:xfrm>
              <a:off x="16495567" y="23008327"/>
              <a:ext cx="7006288" cy="1278483"/>
              <a:chOff x="15415530" y="22797479"/>
              <a:chExt cx="6855978" cy="1266738"/>
            </a:xfrm>
          </p:grpSpPr>
          <p:sp>
            <p:nvSpPr>
              <p:cNvPr id="37" name="Shape 34"/>
              <p:cNvSpPr/>
              <p:nvPr/>
            </p:nvSpPr>
            <p:spPr>
              <a:xfrm>
                <a:off x="15415530" y="22797479"/>
                <a:ext cx="6855978" cy="1266738"/>
              </a:xfrm>
              <a:custGeom>
                <a:avLst/>
                <a:gdLst/>
                <a:ahLst/>
                <a:cxnLst/>
                <a:rect l="l" t="t" r="r" b="b"/>
                <a:pathLst>
                  <a:path w="6307500" h="1059660">
                    <a:moveTo>
                      <a:pt x="0" y="0"/>
                    </a:moveTo>
                    <a:lnTo>
                      <a:pt x="6307500" y="0"/>
                    </a:lnTo>
                    <a:lnTo>
                      <a:pt x="5903820" y="1059660"/>
                    </a:lnTo>
                    <a:lnTo>
                      <a:pt x="0" y="1059660"/>
                    </a:lnTo>
                    <a:close/>
                  </a:path>
                </a:pathLst>
              </a:custGeom>
              <a:solidFill>
                <a:srgbClr val="00816F"/>
              </a:solidFill>
              <a:ln w="12700">
                <a:solidFill>
                  <a:srgbClr val="00816F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879"/>
              </a:p>
            </p:txBody>
          </p:sp>
          <p:sp>
            <p:nvSpPr>
              <p:cNvPr id="38" name="Text 35"/>
              <p:cNvSpPr txBox="1"/>
              <p:nvPr/>
            </p:nvSpPr>
            <p:spPr>
              <a:xfrm>
                <a:off x="15970589" y="22797479"/>
                <a:ext cx="5923565" cy="1266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4845" b="1" dirty="0">
                    <a:solidFill>
                      <a:srgbClr val="D3EFB9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04  </a:t>
                </a:r>
                <a:r>
                  <a:rPr lang="en-US" sz="4845" b="1" dirty="0">
                    <a:solidFill>
                      <a:srgbClr val="FFFFFF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결과물</a:t>
                </a:r>
                <a:r>
                  <a:rPr lang="en-US" sz="3633" dirty="0">
                    <a:solidFill>
                      <a:srgbClr val="D3EFB9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  사진</a:t>
                </a:r>
                <a:endParaRPr lang="en-US" sz="4845" dirty="0"/>
              </a:p>
            </p:txBody>
          </p: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8D530C3-C5C1-389E-3664-59DF6E230608}"/>
              </a:ext>
            </a:extLst>
          </p:cNvPr>
          <p:cNvGrpSpPr/>
          <p:nvPr/>
        </p:nvGrpSpPr>
        <p:grpSpPr>
          <a:xfrm>
            <a:off x="1318323" y="32561958"/>
            <a:ext cx="29685980" cy="7741036"/>
            <a:chOff x="1357052" y="32531838"/>
            <a:chExt cx="29685980" cy="7741036"/>
          </a:xfrm>
        </p:grpSpPr>
        <p:sp>
          <p:nvSpPr>
            <p:cNvPr id="41" name="Shape 36"/>
            <p:cNvSpPr/>
            <p:nvPr/>
          </p:nvSpPr>
          <p:spPr>
            <a:xfrm>
              <a:off x="1357052" y="32531839"/>
              <a:ext cx="29685980" cy="774103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5DDD2"/>
              </a:solidFill>
              <a:prstDash val="solid"/>
            </a:ln>
          </p:spPr>
          <p:txBody>
            <a:bodyPr/>
            <a:lstStyle/>
            <a:p>
              <a:endParaRPr lang="ko-KR" altLang="en-US" sz="1879"/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0E70EBF1-CBE9-D061-B4A8-3B5C7B71FE7D}"/>
                </a:ext>
              </a:extLst>
            </p:cNvPr>
            <p:cNvGrpSpPr/>
            <p:nvPr/>
          </p:nvGrpSpPr>
          <p:grpSpPr>
            <a:xfrm>
              <a:off x="1373955" y="32531838"/>
              <a:ext cx="6524650" cy="1308254"/>
              <a:chOff x="1412880" y="32233499"/>
              <a:chExt cx="6307500" cy="1296235"/>
            </a:xfrm>
          </p:grpSpPr>
          <p:sp>
            <p:nvSpPr>
              <p:cNvPr id="42" name="Shape 37"/>
              <p:cNvSpPr/>
              <p:nvPr/>
            </p:nvSpPr>
            <p:spPr>
              <a:xfrm>
                <a:off x="1412880" y="32233499"/>
                <a:ext cx="6307500" cy="1266738"/>
              </a:xfrm>
              <a:custGeom>
                <a:avLst/>
                <a:gdLst/>
                <a:ahLst/>
                <a:cxnLst/>
                <a:rect l="l" t="t" r="r" b="b"/>
                <a:pathLst>
                  <a:path w="5802900" h="1059660">
                    <a:moveTo>
                      <a:pt x="0" y="0"/>
                    </a:moveTo>
                    <a:lnTo>
                      <a:pt x="5802900" y="0"/>
                    </a:lnTo>
                    <a:lnTo>
                      <a:pt x="5399220" y="1059660"/>
                    </a:lnTo>
                    <a:lnTo>
                      <a:pt x="0" y="1059660"/>
                    </a:lnTo>
                    <a:close/>
                  </a:path>
                </a:pathLst>
              </a:custGeom>
              <a:solidFill>
                <a:srgbClr val="00816F"/>
              </a:solidFill>
              <a:ln w="12700">
                <a:solidFill>
                  <a:srgbClr val="00816F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879"/>
              </a:p>
            </p:txBody>
          </p:sp>
          <p:sp>
            <p:nvSpPr>
              <p:cNvPr id="43" name="Text 38"/>
              <p:cNvSpPr txBox="1"/>
              <p:nvPr/>
            </p:nvSpPr>
            <p:spPr>
              <a:xfrm>
                <a:off x="1967939" y="32262996"/>
                <a:ext cx="5375087" cy="1266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4845" b="1" dirty="0">
                    <a:solidFill>
                      <a:srgbClr val="D3EFB9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05  </a:t>
                </a:r>
                <a:r>
                  <a:rPr lang="en-US" sz="4845" b="1" dirty="0">
                    <a:solidFill>
                      <a:srgbClr val="FFFFFF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기대효과</a:t>
                </a:r>
                <a:endParaRPr lang="en-US" sz="4845" dirty="0"/>
              </a:p>
            </p:txBody>
          </p:sp>
        </p:grpSp>
        <p:sp>
          <p:nvSpPr>
            <p:cNvPr id="44" name="Text 39"/>
            <p:cNvSpPr txBox="1"/>
            <p:nvPr/>
          </p:nvSpPr>
          <p:spPr>
            <a:xfrm>
              <a:off x="2066461" y="34318828"/>
              <a:ext cx="28267162" cy="53708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기대효과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을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기대효과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2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를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기대효과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3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을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기대효과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4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를 작성하세요</a:t>
              </a:r>
              <a:endParaRPr lang="en-US" sz="4441" dirty="0"/>
            </a:p>
          </p:txBody>
        </p:sp>
      </p:grpSp>
      <p:sp>
        <p:nvSpPr>
          <p:cNvPr id="45" name="Shape 40"/>
          <p:cNvSpPr/>
          <p:nvPr/>
        </p:nvSpPr>
        <p:spPr>
          <a:xfrm>
            <a:off x="796" y="41061908"/>
            <a:ext cx="32398492" cy="2138970"/>
          </a:xfrm>
          <a:prstGeom prst="rect">
            <a:avLst/>
          </a:prstGeom>
          <a:solidFill>
            <a:srgbClr val="004D42"/>
          </a:solidFill>
          <a:ln w="12700">
            <a:solidFill>
              <a:srgbClr val="004D42"/>
            </a:solidFill>
            <a:prstDash val="solid"/>
          </a:ln>
        </p:spPr>
        <p:txBody>
          <a:bodyPr/>
          <a:lstStyle/>
          <a:p>
            <a:endParaRPr lang="ko-KR" altLang="en-US" sz="1879"/>
          </a:p>
        </p:txBody>
      </p:sp>
      <p:sp>
        <p:nvSpPr>
          <p:cNvPr id="46" name="Shape 41"/>
          <p:cNvSpPr/>
          <p:nvPr/>
        </p:nvSpPr>
        <p:spPr>
          <a:xfrm>
            <a:off x="797" y="41061908"/>
            <a:ext cx="4136076" cy="2138970"/>
          </a:xfrm>
          <a:custGeom>
            <a:avLst/>
            <a:gdLst/>
            <a:ahLst/>
            <a:cxnLst/>
            <a:rect l="l" t="t" r="r" b="b"/>
            <a:pathLst>
              <a:path w="3784500" h="2119320">
                <a:moveTo>
                  <a:pt x="0" y="0"/>
                </a:moveTo>
                <a:lnTo>
                  <a:pt x="3784500" y="0"/>
                </a:lnTo>
                <a:lnTo>
                  <a:pt x="2926680" y="2119320"/>
                </a:lnTo>
                <a:lnTo>
                  <a:pt x="0" y="2119320"/>
                </a:lnTo>
                <a:close/>
              </a:path>
            </a:pathLst>
          </a:custGeom>
          <a:solidFill>
            <a:srgbClr val="DDD421"/>
          </a:solidFill>
          <a:ln w="12700">
            <a:solidFill>
              <a:srgbClr val="DDD421"/>
            </a:solidFill>
            <a:prstDash val="solid"/>
          </a:ln>
        </p:spPr>
        <p:txBody>
          <a:bodyPr/>
          <a:lstStyle/>
          <a:p>
            <a:endParaRPr lang="ko-KR" altLang="en-US" sz="1879"/>
          </a:p>
        </p:txBody>
      </p:sp>
      <p:pic>
        <p:nvPicPr>
          <p:cNvPr id="47" name="Image 3" descr="대구대학교 로고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190" y="41585835"/>
            <a:ext cx="1120413" cy="1120413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6982098" y="41076556"/>
            <a:ext cx="7872067" cy="2138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대구대학교 공학교육혁신센터</a:t>
            </a:r>
            <a:endParaRPr lang="en-US" sz="4441" dirty="0"/>
          </a:p>
        </p:txBody>
      </p:sp>
      <p:sp>
        <p:nvSpPr>
          <p:cNvPr id="49" name="Shape 43"/>
          <p:cNvSpPr/>
          <p:nvPr/>
        </p:nvSpPr>
        <p:spPr>
          <a:xfrm>
            <a:off x="16709320" y="41418403"/>
            <a:ext cx="0" cy="1425980"/>
          </a:xfrm>
          <a:prstGeom prst="line">
            <a:avLst/>
          </a:prstGeom>
          <a:noFill/>
          <a:ln w="12700">
            <a:solidFill>
              <a:srgbClr val="3F8577"/>
            </a:solidFill>
            <a:prstDash val="solid"/>
          </a:ln>
        </p:spPr>
        <p:txBody>
          <a:bodyPr/>
          <a:lstStyle/>
          <a:p>
            <a:endParaRPr lang="ko-KR" altLang="en-US" sz="1879"/>
          </a:p>
        </p:txBody>
      </p:sp>
      <p:pic>
        <p:nvPicPr>
          <p:cNvPr id="50" name="Image 4" descr="대구대학교 로고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5242" y="41571186"/>
            <a:ext cx="1120413" cy="1120413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20612150" y="41061908"/>
            <a:ext cx="6281949" cy="2138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1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대구대학교 IT·공과대학</a:t>
            </a:r>
            <a:endParaRPr lang="en-US" sz="4441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270894BE-6CE7-9EF1-7D73-DC32754285A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/>
          <a:stretch>
            <a:fillRect/>
          </a:stretch>
        </p:blipFill>
        <p:spPr>
          <a:xfrm>
            <a:off x="26541432" y="617564"/>
            <a:ext cx="4690050" cy="4690050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64EC5ADF-4D1C-EF48-3745-2B34AA485DB5}"/>
              </a:ext>
            </a:extLst>
          </p:cNvPr>
          <p:cNvGrpSpPr/>
          <p:nvPr/>
        </p:nvGrpSpPr>
        <p:grpSpPr>
          <a:xfrm>
            <a:off x="16459339" y="14299662"/>
            <a:ext cx="14544964" cy="8148459"/>
            <a:chOff x="16437825" y="14299662"/>
            <a:chExt cx="14544964" cy="8148459"/>
          </a:xfrm>
        </p:grpSpPr>
        <p:sp>
          <p:nvSpPr>
            <p:cNvPr id="20" name="Shape 17"/>
            <p:cNvSpPr/>
            <p:nvPr/>
          </p:nvSpPr>
          <p:spPr>
            <a:xfrm>
              <a:off x="16439933" y="14299663"/>
              <a:ext cx="14542856" cy="814845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5DDD2"/>
              </a:solidFill>
              <a:prstDash val="solid"/>
            </a:ln>
          </p:spPr>
          <p:txBody>
            <a:bodyPr/>
            <a:lstStyle/>
            <a:p>
              <a:endParaRPr lang="ko-KR" altLang="en-US" sz="1879"/>
            </a:p>
          </p:txBody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C06D5A75-EA8C-CDE2-8FAC-8E0B9E430C92}"/>
                </a:ext>
              </a:extLst>
            </p:cNvPr>
            <p:cNvGrpSpPr/>
            <p:nvPr/>
          </p:nvGrpSpPr>
          <p:grpSpPr>
            <a:xfrm>
              <a:off x="16437825" y="14299662"/>
              <a:ext cx="8897252" cy="1278483"/>
              <a:chOff x="15415530" y="14168819"/>
              <a:chExt cx="8227174" cy="1266738"/>
            </a:xfrm>
          </p:grpSpPr>
          <p:sp>
            <p:nvSpPr>
              <p:cNvPr id="21" name="Shape 18"/>
              <p:cNvSpPr/>
              <p:nvPr/>
            </p:nvSpPr>
            <p:spPr>
              <a:xfrm>
                <a:off x="15415530" y="14168819"/>
                <a:ext cx="8227174" cy="1266738"/>
              </a:xfrm>
              <a:custGeom>
                <a:avLst/>
                <a:gdLst/>
                <a:ahLst/>
                <a:cxnLst/>
                <a:rect l="l" t="t" r="r" b="b"/>
                <a:pathLst>
                  <a:path w="7569000" h="1059660">
                    <a:moveTo>
                      <a:pt x="0" y="0"/>
                    </a:moveTo>
                    <a:lnTo>
                      <a:pt x="7569000" y="0"/>
                    </a:lnTo>
                    <a:lnTo>
                      <a:pt x="7165320" y="1059660"/>
                    </a:lnTo>
                    <a:lnTo>
                      <a:pt x="0" y="1059660"/>
                    </a:lnTo>
                    <a:close/>
                  </a:path>
                </a:pathLst>
              </a:custGeom>
              <a:solidFill>
                <a:srgbClr val="00816F"/>
              </a:solidFill>
              <a:ln w="12700">
                <a:solidFill>
                  <a:srgbClr val="00816F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879"/>
              </a:p>
            </p:txBody>
          </p:sp>
          <p:sp>
            <p:nvSpPr>
              <p:cNvPr id="22" name="Text 19"/>
              <p:cNvSpPr txBox="1"/>
              <p:nvPr/>
            </p:nvSpPr>
            <p:spPr>
              <a:xfrm>
                <a:off x="15970589" y="14168819"/>
                <a:ext cx="7294761" cy="12667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4845" b="1" dirty="0">
                    <a:solidFill>
                      <a:srgbClr val="D3EFB9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02  </a:t>
                </a:r>
                <a:r>
                  <a:rPr lang="en-US" sz="4845" b="1" dirty="0">
                    <a:solidFill>
                      <a:srgbClr val="FFFFFF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사용기술</a:t>
                </a:r>
                <a:r>
                  <a:rPr lang="en-US" sz="3633" dirty="0">
                    <a:solidFill>
                      <a:srgbClr val="D3EFB9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  작동 원리</a:t>
                </a:r>
                <a:endParaRPr lang="en-US" sz="4845" dirty="0"/>
              </a:p>
            </p:txBody>
          </p:sp>
        </p:grpSp>
        <p:sp>
          <p:nvSpPr>
            <p:cNvPr id="8" name="Text 16">
              <a:extLst>
                <a:ext uri="{FF2B5EF4-FFF2-40B4-BE49-F238E27FC236}">
                  <a16:creationId xmlns:a16="http://schemas.microsoft.com/office/drawing/2014/main" id="{0E6E6C7E-2121-C67A-A083-840662BC999C}"/>
                </a:ext>
              </a:extLst>
            </p:cNvPr>
            <p:cNvSpPr txBox="1"/>
            <p:nvPr/>
          </p:nvSpPr>
          <p:spPr>
            <a:xfrm>
              <a:off x="17094770" y="15994181"/>
              <a:ext cx="13233182" cy="60412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사용기술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을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사용기술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2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를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사용기술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3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을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  <a:p>
              <a:pPr marL="576815" indent="-576815">
                <a:lnSpc>
                  <a:spcPct val="130000"/>
                </a:lnSpc>
                <a:spcAft>
                  <a:spcPts val="707"/>
                </a:spcAft>
                <a:buSzPct val="100000"/>
                <a:buFont typeface="Wingdings" panose="05000000000000000000" pitchFamily="2" charset="2"/>
                <a:buChar char="§"/>
              </a:pP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사용기술</a:t>
              </a:r>
              <a:r>
                <a:rPr lang="en-US" altLang="ko-KR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4</a:t>
              </a:r>
              <a:r>
                <a:rPr lang="ko-KR" altLang="en-US" sz="4441" dirty="0">
                  <a:solidFill>
                    <a:srgbClr val="16241C"/>
                  </a:solidFill>
                  <a:latin typeface="맑은 고딕" pitchFamily="34" charset="0"/>
                  <a:ea typeface="맑은 고딕" pitchFamily="34" charset="-122"/>
                </a:rPr>
                <a:t>를 작성하세요</a:t>
              </a:r>
              <a:endParaRPr lang="en-US" altLang="ko-KR" sz="4441" dirty="0">
                <a:solidFill>
                  <a:srgbClr val="16241C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A25C5A-93BB-EB8B-4D09-605D187DFCF4}"/>
              </a:ext>
            </a:extLst>
          </p:cNvPr>
          <p:cNvSpPr/>
          <p:nvPr/>
        </p:nvSpPr>
        <p:spPr>
          <a:xfrm>
            <a:off x="17318449" y="24808916"/>
            <a:ext cx="6211880" cy="6588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45" dirty="0">
                <a:solidFill>
                  <a:schemeClr val="tx1"/>
                </a:solidFill>
              </a:rPr>
              <a:t>도형</a:t>
            </a:r>
            <a:endParaRPr lang="en-US" altLang="ko-KR" sz="4845" dirty="0">
              <a:solidFill>
                <a:schemeClr val="tx1"/>
              </a:solidFill>
            </a:endParaRPr>
          </a:p>
          <a:p>
            <a:pPr algn="ctr"/>
            <a:r>
              <a:rPr lang="ko-KR" altLang="en-US" sz="4845" dirty="0">
                <a:solidFill>
                  <a:schemeClr val="tx1"/>
                </a:solidFill>
              </a:rPr>
              <a:t>삭제 후</a:t>
            </a:r>
            <a:endParaRPr lang="en-US" altLang="ko-KR" sz="4845" dirty="0">
              <a:solidFill>
                <a:schemeClr val="tx1"/>
              </a:solidFill>
            </a:endParaRPr>
          </a:p>
          <a:p>
            <a:pPr algn="ctr"/>
            <a:r>
              <a:rPr lang="ko-KR" altLang="en-US" sz="4845" dirty="0">
                <a:solidFill>
                  <a:schemeClr val="tx1"/>
                </a:solidFill>
              </a:rPr>
              <a:t>사진 삽입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09EDF11-0CE5-9B67-C058-D1BB299D6261}"/>
              </a:ext>
            </a:extLst>
          </p:cNvPr>
          <p:cNvSpPr/>
          <p:nvPr/>
        </p:nvSpPr>
        <p:spPr>
          <a:xfrm>
            <a:off x="24069763" y="24808916"/>
            <a:ext cx="6211880" cy="6588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45" dirty="0">
                <a:solidFill>
                  <a:schemeClr val="tx1"/>
                </a:solidFill>
              </a:rPr>
              <a:t>도형</a:t>
            </a:r>
            <a:endParaRPr lang="en-US" altLang="ko-KR" sz="4845" dirty="0">
              <a:solidFill>
                <a:schemeClr val="tx1"/>
              </a:solidFill>
            </a:endParaRPr>
          </a:p>
          <a:p>
            <a:pPr algn="ctr"/>
            <a:r>
              <a:rPr lang="ko-KR" altLang="en-US" sz="4845" dirty="0">
                <a:solidFill>
                  <a:schemeClr val="tx1"/>
                </a:solidFill>
              </a:rPr>
              <a:t>삭제 후</a:t>
            </a:r>
            <a:endParaRPr lang="en-US" altLang="ko-KR" sz="4845" dirty="0">
              <a:solidFill>
                <a:schemeClr val="tx1"/>
              </a:solidFill>
            </a:endParaRPr>
          </a:p>
          <a:p>
            <a:pPr algn="ctr"/>
            <a:r>
              <a:rPr lang="ko-KR" altLang="en-US" sz="4845" dirty="0">
                <a:solidFill>
                  <a:schemeClr val="tx1"/>
                </a:solidFill>
              </a:rPr>
              <a:t>사진 삽입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72</TotalTime>
  <Words>132</Words>
  <Application>Microsoft Office PowerPoint</Application>
  <PresentationFormat>사용자 지정</PresentationFormat>
  <Paragraphs>36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Wingdings</vt:lpstr>
      <vt:lpstr>Office 2013 - 2022 테마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공학제 포스터 양식 시안 A2 (A0)</dc:title>
  <dc:subject>PptxGenJS Presentation</dc:subject>
  <dc:creator>PptxGenJS</dc:creator>
  <cp:lastModifiedBy>김태은</cp:lastModifiedBy>
  <cp:revision>8</cp:revision>
  <dcterms:created xsi:type="dcterms:W3CDTF">2026-09-29T00:46:28Z</dcterms:created>
  <dcterms:modified xsi:type="dcterms:W3CDTF">2026-09-29T05:48:23Z</dcterms:modified>
</cp:coreProperties>
</file>